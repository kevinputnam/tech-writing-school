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0fe41bba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0fe41bb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0fe41bb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0fe41bb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utils.sourceforge.io/docs/ref/rst/restructuredtext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raw.githubusercontent.com/kevinputnam/tech-writing-school/main/ktp-adv.rs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utils.sourceforge.io/0.14/docs/ref/rst/roles.html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utils.sourceforge.io/docs/ref/rst/directives.html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sphinx-doc.org/en/master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utils.sourceforge.io/docs/ref/rst/restructuredtext.html" TargetMode="External"/><Relationship Id="rId4" Type="http://schemas.openxmlformats.org/officeDocument/2006/relationships/hyperlink" Target="https://www.sphinx-doc.org/en/master/usage/restructuredtext/index.html" TargetMode="External"/><Relationship Id="rId5" Type="http://schemas.openxmlformats.org/officeDocument/2006/relationships/hyperlink" Target="http://conf.py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Making Docs with reStructuredText and Sphinx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Kevin Putnam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Required</a:t>
            </a:r>
            <a:endParaRPr/>
          </a:p>
          <a:p>
            <a:pPr indent="-302260" lvl="0" marL="228600" rtl="0" algn="l">
              <a:spcBef>
                <a:spcPts val="1000"/>
              </a:spcBef>
              <a:spcAft>
                <a:spcPts val="0"/>
              </a:spcAft>
              <a:buSzPct val="114285"/>
              <a:buChar char="•"/>
            </a:pPr>
            <a:r>
              <a:rPr lang="en-US"/>
              <a:t>Python 3.X or better. I think you need at least 3.10 for the newest versions of Sphinx</a:t>
            </a:r>
            <a:endParaRPr/>
          </a:p>
          <a:p>
            <a:pPr indent="-302260" lvl="0" marL="228600" rtl="0" algn="l">
              <a:spcBef>
                <a:spcPts val="1000"/>
              </a:spcBef>
              <a:spcAft>
                <a:spcPts val="0"/>
              </a:spcAft>
              <a:buSzPct val="114285"/>
              <a:buChar char="•"/>
            </a:pPr>
            <a:r>
              <a:rPr lang="en-US"/>
              <a:t>Sphinx - version doesn’t matter much for today, though 8.X will make things easier.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Optional</a:t>
            </a:r>
            <a:endParaRPr/>
          </a:p>
          <a:p>
            <a:pPr indent="-302260" lvl="0" marL="228600" rtl="0" algn="l">
              <a:spcBef>
                <a:spcPts val="1000"/>
              </a:spcBef>
              <a:spcAft>
                <a:spcPts val="0"/>
              </a:spcAft>
              <a:buSzPct val="114285"/>
              <a:buChar char="•"/>
            </a:pPr>
            <a:r>
              <a:rPr lang="en-US"/>
              <a:t>Visual Studio Code with reStructuredText extension or your text editor of choice</a:t>
            </a:r>
            <a:endParaRPr/>
          </a:p>
          <a:p>
            <a:pPr indent="-302260" lvl="0" marL="228600" rtl="0" algn="l">
              <a:spcBef>
                <a:spcPts val="1000"/>
              </a:spcBef>
              <a:spcAft>
                <a:spcPts val="0"/>
              </a:spcAft>
              <a:buSzPct val="114285"/>
              <a:buChar char="•"/>
            </a:pPr>
            <a:r>
              <a:rPr lang="en-US"/>
              <a:t>Windows Subsystem for Linux v1 with Ubuntu or your preferred Linux distro.</a:t>
            </a:r>
            <a:endParaRPr/>
          </a:p>
          <a:p>
            <a:pPr indent="-23875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4285"/>
              <a:buChar char="•"/>
            </a:pPr>
            <a:r>
              <a:rPr lang="en-US"/>
              <a:t>Pandoc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reStructuredText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reST is a simple and extensible open-source markup language that is easy for humans to read.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is intended to be converted into other formats including HTML.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reStructuredText specification is defined in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Docutils</a:t>
            </a:r>
            <a:r>
              <a:rPr lang="en-US"/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Getting started with reStructuredText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Key concepts: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Built-in markup – headers, bullets, definition lists, etc.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Directives – adds new kinds of blocks and can sometimes be nested.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Roles – adds inline snippets.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Indentation – like Python it helps define blocks and the depth must match exactly.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Ways to convert reStructuredText to HTML: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Docutils: rst2html.py input.rst output.html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Pandoc: pandoc -f rst -t html input.rst &gt; output.html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Sphinx: to be covered later in the presentation.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Automatically in GitHub and GitLab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860467" y="6123543"/>
            <a:ext cx="89342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https://raw.githubusercontent.com/kevinputnam/tech-writing-school/main/ktp-adv.rst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838200" y="3564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Built-in markup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838200" y="18517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Headers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Lists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Definition lists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Reference targets (make unique)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Links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Block quote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Bold/Italic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6468234" y="167064"/>
            <a:ext cx="5320607" cy="6523872"/>
            <a:chOff x="5461471" y="167064"/>
            <a:chExt cx="5320607" cy="6523872"/>
          </a:xfrm>
        </p:grpSpPr>
        <p:pic>
          <p:nvPicPr>
            <p:cNvPr id="112" name="Google Shape;11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25206" y="167064"/>
              <a:ext cx="5256872" cy="6523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7"/>
            <p:cNvSpPr/>
            <p:nvPr/>
          </p:nvSpPr>
          <p:spPr>
            <a:xfrm>
              <a:off x="6744395" y="167064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6530246" y="3857602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6703500" y="2717296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5461471" y="6161950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7043134" y="4262109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6808662" y="1889814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8900699" y="6161950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9240333" y="1342345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cxnSp>
          <p:nvCxnSpPr>
            <p:cNvPr id="121" name="Google Shape;121;p17"/>
            <p:cNvCxnSpPr>
              <a:stCxn id="122" idx="6"/>
            </p:cNvCxnSpPr>
            <p:nvPr/>
          </p:nvCxnSpPr>
          <p:spPr>
            <a:xfrm flipH="1" rot="10800000">
              <a:off x="8355752" y="1553151"/>
              <a:ext cx="544800" cy="2955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23" name="Google Shape;123;p17"/>
            <p:cNvCxnSpPr>
              <a:stCxn id="122" idx="2"/>
            </p:cNvCxnSpPr>
            <p:nvPr/>
          </p:nvCxnSpPr>
          <p:spPr>
            <a:xfrm rot="10800000">
              <a:off x="7382818" y="1759551"/>
              <a:ext cx="633300" cy="891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2" name="Google Shape;122;p17"/>
            <p:cNvSpPr/>
            <p:nvPr/>
          </p:nvSpPr>
          <p:spPr>
            <a:xfrm>
              <a:off x="8016118" y="1678834"/>
              <a:ext cx="339634" cy="339634"/>
            </a:xfrm>
            <a:prstGeom prst="ellipse">
              <a:avLst/>
            </a:prstGeom>
            <a:solidFill>
              <a:schemeClr val="dk1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838200" y="35641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Roles</a:t>
            </a:r>
            <a:r>
              <a:rPr lang="en-US"/>
              <a:t> – inline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Literal - : ``text`` or :literal:`text`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Code - :code:``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Math - :math:``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Emphasis - :emphasis:``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Strong - :strong:``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Subscript/Superscript - :sub:`` or :sup:``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Syntax: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6512" y="6060327"/>
            <a:ext cx="3743847" cy="371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6012872" y="5855252"/>
            <a:ext cx="4545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role name is between colons.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content is between backticks.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Directives</a:t>
            </a:r>
            <a:r>
              <a:rPr lang="en-US"/>
              <a:t> – block (can sometimes be nested)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Internal table of contents - .. contents::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 Table - .. list-table::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Notes, Warnings, and Cautions - .. note:: or .. warning:: or .. caution::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Images and Figures - .. image:: or .. figure::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Code blocks - .. code:: or .. code-block::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Syntax: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8704" y="5025137"/>
            <a:ext cx="4467849" cy="16671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19"/>
          <p:cNvCxnSpPr>
            <a:stCxn id="140" idx="6"/>
          </p:cNvCxnSpPr>
          <p:nvPr/>
        </p:nvCxnSpPr>
        <p:spPr>
          <a:xfrm>
            <a:off x="1960341" y="5486802"/>
            <a:ext cx="739200" cy="156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" name="Google Shape;141;p19"/>
          <p:cNvCxnSpPr/>
          <p:nvPr/>
        </p:nvCxnSpPr>
        <p:spPr>
          <a:xfrm rot="10800000">
            <a:off x="5540828" y="5142412"/>
            <a:ext cx="1110343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" name="Google Shape;142;p19"/>
          <p:cNvCxnSpPr/>
          <p:nvPr/>
        </p:nvCxnSpPr>
        <p:spPr>
          <a:xfrm rot="10800000">
            <a:off x="4082143" y="5329647"/>
            <a:ext cx="1110343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" name="Google Shape;143;p19"/>
          <p:cNvSpPr/>
          <p:nvPr/>
        </p:nvSpPr>
        <p:spPr>
          <a:xfrm>
            <a:off x="6522722" y="5077837"/>
            <a:ext cx="339634" cy="339634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5152299" y="5247654"/>
            <a:ext cx="339634" cy="339634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1620707" y="5316985"/>
            <a:ext cx="339634" cy="339634"/>
          </a:xfrm>
          <a:prstGeom prst="ellipse">
            <a:avLst/>
          </a:prstGeom>
          <a:solidFill>
            <a:schemeClr val="dk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7350034" y="5025137"/>
            <a:ext cx="45458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Indent must match</a:t>
            </a:r>
            <a:endParaRPr/>
          </a:p>
        </p:txBody>
      </p:sp>
      <p:cxnSp>
        <p:nvCxnSpPr>
          <p:cNvPr id="146" name="Google Shape;146;p19"/>
          <p:cNvCxnSpPr>
            <a:stCxn id="140" idx="6"/>
          </p:cNvCxnSpPr>
          <p:nvPr/>
        </p:nvCxnSpPr>
        <p:spPr>
          <a:xfrm flipH="1" rot="10800000">
            <a:off x="1960341" y="5334102"/>
            <a:ext cx="739200" cy="15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Create your own version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Use the example file (ktp-adv.rst) as a template to share some information about yourself.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Rename the file using your initials or your name.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Send it to me via email. Don’t forget to send your image file too, if you used one.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Sphinx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Sphinx</a:t>
            </a:r>
            <a:r>
              <a:rPr lang="en-US"/>
              <a:t> is an open-source documentation generation framework that uses reStructureText as its source.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It was originally developed to create documentation for the Python programming language and is written in Python.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It can combine any number of reST files into a single document set. Sphinx markup is a superset of reStructuredText, defining new </a:t>
            </a:r>
            <a:r>
              <a:rPr b="1" lang="en-US"/>
              <a:t>directives</a:t>
            </a:r>
            <a:r>
              <a:rPr lang="en-US"/>
              <a:t> and </a:t>
            </a:r>
            <a:r>
              <a:rPr b="1" lang="en-US"/>
              <a:t>roles</a:t>
            </a:r>
            <a:r>
              <a:rPr lang="en-US"/>
              <a:t>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Sphinx makes it easy to customize the look and feel of the static HTML output.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Sphinx basics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.. toctree:: directive is the most important element of a Sphinx project. Every reST file must be referenced by a toctree.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Link to any reference target using the :ref: role no matter what file it is in (this is why they should be unique).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Only two files are required (the 3</a:t>
            </a:r>
            <a:r>
              <a:rPr baseline="30000" lang="en-US"/>
              <a:t>rd</a:t>
            </a:r>
            <a:r>
              <a:rPr lang="en-US"/>
              <a:t> is optional):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conf.py – configuration information for the Sphinx project.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index.rst – top level file with primary toctree.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Makefile/make.bat – are included to make building easier.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Build the docs: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Using make: make html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sphinx-build -b html . _build/html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Sphinx conventions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Start support directories with a “_”.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Top level “_images” directory is easiest to manage and allows for reuse.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Try not to use more than 3 header levels. These are the ones I use for 1-3: “#”, “=”, “-”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long paragraphs, add a carriage return at around 80 characters to make it easier to debug in Git etc. This won’t affect how it renders.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Takeaways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Most of reST is defined in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Docutils</a:t>
            </a:r>
            <a:r>
              <a:rPr lang="en-US"/>
              <a:t>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Sphinx combines reST files to create a hierarchical document.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Sphinx also defines a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superset of reST</a:t>
            </a:r>
            <a:r>
              <a:rPr lang="en-US"/>
              <a:t>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Configure your Sphinx project in the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conf.py</a:t>
            </a:r>
            <a:r>
              <a:rPr lang="en-US"/>
              <a:t>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Source code is your friend. If you see something you like, go see the source and learn how to do it yourself.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Installing the reStructuredText extension for VS Code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Click View&gt;Extensions (Ctrl-shift-x)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Type “restructuredtext” in the search field that appears at the top of list of installed extensions (It should say “Search Extensions in Marketplace”).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In the list of extensions, find “reStructuredText” by LeXtudio Inc. It should be at the top of the list.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Click the small blue “Install” button. Alternatively, click on the extension in the list and the full description of the extension should appear as a tab in the editor. There will be another “Install” button in the header area.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